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23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56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5359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4013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318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751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9355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1358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369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515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482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2347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30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9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B45FB16-96CC-AE4A-C54F-96CEAB61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481" y="0"/>
            <a:ext cx="6153519" cy="492457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211015" y="0"/>
            <a:ext cx="8229600" cy="970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4 minutes.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1015" y="73811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crime against a woman is reported in India.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1015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had a phone.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1015" y="139973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couldn't reach it in time.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5693" y="4601454"/>
            <a:ext cx="220516" cy="2205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A2EE57-FF83-834E-55E3-A2D549634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40" y="1926835"/>
            <a:ext cx="2248302" cy="2997736"/>
          </a:xfrm>
          <a:prstGeom prst="roundRect">
            <a:avLst>
              <a:gd name="adj" fmla="val 446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apps assume she has 10 seconds.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real danger — she has one.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3840480" cy="246888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Unlock phone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81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Find the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65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Press SOS button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496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Wait...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seconds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3120"/>
            <a:ext cx="3840480" cy="2468880"/>
          </a:xfrm>
          <a:prstGeom prst="rect">
            <a:avLst/>
          </a:prstGeom>
          <a:solidFill>
            <a:srgbClr val="B5202C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She Needs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word.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all.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second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KAVACH</a:t>
            </a:r>
            <a:endParaRPr lang="en-US" sz="8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783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Voice-triggered. Quantum-secured. Always ready.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2468880"/>
            <a:ext cx="8412480" cy="128016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wearable voice-AI safety device powered by ElatoAI ESP32. She whispers one secret word — Kavach listens, detects threat level using Quantum ML, encrypts her location with Post-Quantum Cryptography, and fires SOS to her contacts and police — all in under 2 seconds.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ElatoAI ESP32  •  Quantum ML  •  Post-Quantum Cryptography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steps. One second.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325880" cy="320040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whispers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"Kavach"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00200" y="2578608"/>
            <a:ext cx="9144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1" name="Shape 8"/>
          <p:cNvSpPr/>
          <p:nvPr/>
        </p:nvSpPr>
        <p:spPr>
          <a:xfrm>
            <a:off x="1691640" y="1463040"/>
            <a:ext cx="1325880" cy="3200400"/>
          </a:xfrm>
          <a:prstGeom prst="rect">
            <a:avLst/>
          </a:prstGeom>
          <a:solidFill>
            <a:srgbClr val="B5202C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691640" y="1508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2057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detected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73736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ElatoAI ESP32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017520" y="2578608"/>
            <a:ext cx="9144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Shape 13"/>
          <p:cNvSpPr/>
          <p:nvPr/>
        </p:nvSpPr>
        <p:spPr>
          <a:xfrm>
            <a:off x="3108960" y="1463040"/>
            <a:ext cx="1325880" cy="3200400"/>
          </a:xfrm>
          <a:prstGeom prst="rect">
            <a:avLst/>
          </a:prstGeom>
          <a:solidFill>
            <a:srgbClr val="6B21A8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108960" y="1508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20574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15468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QML reads stress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15468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threat level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434840" y="2578608"/>
            <a:ext cx="9144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3" name="Shape 18"/>
          <p:cNvSpPr/>
          <p:nvPr/>
        </p:nvSpPr>
        <p:spPr>
          <a:xfrm>
            <a:off x="4526280" y="1463040"/>
            <a:ext cx="1325880" cy="3200400"/>
          </a:xfrm>
          <a:prstGeom prst="rect">
            <a:avLst/>
          </a:prstGeom>
          <a:solidFill>
            <a:srgbClr val="0369A1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526280" y="1508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0574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7200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 encrypts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Kyber512 secured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852160" y="2578608"/>
            <a:ext cx="9144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9" name="Shape 23"/>
          <p:cNvSpPr/>
          <p:nvPr/>
        </p:nvSpPr>
        <p:spPr>
          <a:xfrm>
            <a:off x="5943600" y="1463040"/>
            <a:ext cx="1325880" cy="320040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5943600" y="1508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205740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8932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fires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98932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+ 112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269480" y="2578608"/>
            <a:ext cx="9144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35" name="Shape 28"/>
          <p:cNvSpPr/>
          <p:nvPr/>
        </p:nvSpPr>
        <p:spPr>
          <a:xfrm>
            <a:off x="7360920" y="1463040"/>
            <a:ext cx="1325880" cy="320040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7360920" y="1508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0688" y="205740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06640" y="2606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is coming"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740664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Whispered back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QUANTUM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quantum for the sake of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solves what classical systems can't.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697480" cy="301752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2697480" cy="7315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23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ML (QML)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PennyLane VQC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 hears words.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QML hears fear.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Variational Quantum Classifier detects panic in voice stress patterns — even when she says "I'm fine."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783080"/>
            <a:ext cx="2697480" cy="301752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783080"/>
            <a:ext cx="2697480" cy="73152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920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423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Cryptography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Kyber512 — liboqs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37560" y="315468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location, audio, and identity are encrypted with Kyber512 — unhackable today, and unhackable by future quantum computers.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783080"/>
            <a:ext cx="2697480" cy="301752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783080"/>
            <a:ext cx="2697480" cy="7315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9202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423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Optimization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1792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Routing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17920" y="315468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trusted contacts? Kavach quantum-optimizes who gets alerted first — based on proximity and past response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QML decides the response — not a button.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— 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627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Precautionary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if she's safe. Starts background recording. No alert yet.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182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514600"/>
            <a:ext cx="320040" cy="3200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— Medium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SOS to 1 contact. Plays fake phone call. GPS tracking begins.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81528"/>
            <a:ext cx="8412480" cy="182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38328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— High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Danger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to all contacts + 112 police API. Audio recorded + encrypted.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8412480" cy="182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425196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 — Critical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233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Response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Auto-calls 112. Live location every 60s. Encrypted evidence uploaded.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709160"/>
            <a:ext cx="210312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Shape 24"/>
          <p:cNvSpPr/>
          <p:nvPr/>
        </p:nvSpPr>
        <p:spPr>
          <a:xfrm>
            <a:off x="2468880" y="4709160"/>
            <a:ext cx="210312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4709160"/>
            <a:ext cx="21031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4709160"/>
            <a:ext cx="2103120" cy="320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QML Threat Score:   0.0 ──────────────────────────── 1.0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app does all five.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017520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44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3017520" cy="3657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444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417320"/>
            <a:ext cx="3017520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444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phone unlock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Yes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Voice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8412480" cy="530352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054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to attacker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5054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Often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5054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Hidden device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962656"/>
            <a:ext cx="841248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723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0723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Unencrypted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0723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PQC Kyber512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529584"/>
            <a:ext cx="8412480" cy="530352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393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intelligence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6393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Binary on/off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6393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QML threat levels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8412480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0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independent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20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Smartphone only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420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Standalone ESP32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317E64B-B03C-A93A-3F8B-F471B02D3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5721" y="0"/>
            <a:ext cx="3912539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C07A5-ABD2-C833-3B93-7380469E2304}"/>
              </a:ext>
            </a:extLst>
          </p:cNvPr>
          <p:cNvSpPr txBox="1"/>
          <p:nvPr/>
        </p:nvSpPr>
        <p:spPr>
          <a:xfrm>
            <a:off x="304800" y="637669"/>
            <a:ext cx="41986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ESP32</a:t>
            </a:r>
            <a:r>
              <a:rPr lang="en-IN" dirty="0"/>
              <a:t> captures voice → </a:t>
            </a:r>
            <a:r>
              <a:rPr lang="en-IN" b="1" dirty="0"/>
              <a:t>Gemini Live</a:t>
            </a:r>
            <a:r>
              <a:rPr lang="en-IN" dirty="0"/>
              <a:t> converts to structured data → splits into 3 parallel quantum tracks → </a:t>
            </a:r>
            <a:r>
              <a:rPr lang="en-IN" b="1" dirty="0"/>
              <a:t>QML</a:t>
            </a:r>
            <a:r>
              <a:rPr lang="en-IN" dirty="0"/>
              <a:t> scores threat level, </a:t>
            </a:r>
            <a:r>
              <a:rPr lang="en-IN" b="1" dirty="0"/>
              <a:t>PQC</a:t>
            </a:r>
            <a:r>
              <a:rPr lang="en-IN" dirty="0"/>
              <a:t> encrypts payload, </a:t>
            </a:r>
            <a:r>
              <a:rPr lang="en-IN" b="1" dirty="0"/>
              <a:t>Optimizer</a:t>
            </a:r>
            <a:r>
              <a:rPr lang="en-IN" dirty="0"/>
              <a:t> ranks contacts → </a:t>
            </a:r>
            <a:r>
              <a:rPr lang="en-IN" b="1" dirty="0" err="1"/>
              <a:t>FastAPI</a:t>
            </a:r>
            <a:r>
              <a:rPr lang="en-IN" dirty="0"/>
              <a:t> assembles everything → fires to </a:t>
            </a:r>
            <a:r>
              <a:rPr lang="en-IN" b="1" dirty="0"/>
              <a:t>Twilio + 112 API + Evidence Vault</a:t>
            </a:r>
            <a:r>
              <a:rPr lang="en-IN" dirty="0"/>
              <a:t> simultaneously → </a:t>
            </a:r>
            <a:r>
              <a:rPr lang="en-IN" b="1" dirty="0"/>
              <a:t>dashboard</a:t>
            </a:r>
            <a:r>
              <a:rPr lang="en-IN" dirty="0"/>
              <a:t> lights up + </a:t>
            </a:r>
            <a:r>
              <a:rPr lang="en-IN" b="1" dirty="0"/>
              <a:t>device whispers back</a:t>
            </a:r>
            <a:r>
              <a:rPr lang="en-IN" dirty="0"/>
              <a:t> to her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dashed line on the left = the voice response looping back to the ESP32 speaker.</a:t>
            </a:r>
          </a:p>
        </p:txBody>
      </p:sp>
    </p:spTree>
    <p:extLst>
      <p:ext uri="{BB962C8B-B14F-4D97-AF65-F5344CB8AC3E}">
        <p14:creationId xmlns:p14="http://schemas.microsoft.com/office/powerpoint/2010/main" val="110070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buildable. No simulations.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Hardware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ElatoAI ESP32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8412480" cy="45720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11096"/>
            <a:ext cx="54864" cy="4572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+ Voice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002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Live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04872"/>
            <a:ext cx="84124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404872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QML Stress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2496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PennyLane VQC + RAVDESS Dataset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8412480" cy="45720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898648"/>
            <a:ext cx="54864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Encryption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liboqs — Kyber512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84124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392424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3483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SMS / WhatsApp 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886200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379976"/>
            <a:ext cx="84124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379976"/>
            <a:ext cx="54864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471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0" y="4471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WORLD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India. Deployable today.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4630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9748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in India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14630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69748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08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word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trigger safety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97480" cy="14630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269748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08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fired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speed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Roadmap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→ Pilot on Bengaluru college campuses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67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→ Integrate with 112 India Emergency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15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→ Apply for Nirbhaya Fund (Govt grant for women's safety tech)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628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→ Scale to 1000+ colleges under NEP 2020 mandate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576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31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didn't build an app.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built a guardian.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457200" y="2423160"/>
            <a:ext cx="45720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606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just has to say one word.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— VoiceShield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ML  •  Post-Quantum Cryptography  •  ElatoAI ESP32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https://chatgpt.com/s/m_6a115b3435048191833b02c8e634ba97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</TotalTime>
  <Words>693</Words>
  <Application>Microsoft Office PowerPoint</Application>
  <PresentationFormat>On-screen Show (16:9)</PresentationFormat>
  <Paragraphs>143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 — VoiceShield</dc:title>
  <dc:subject>PptxGenJS Presentation</dc:subject>
  <dc:creator>PptxGenJS</dc:creator>
  <cp:lastModifiedBy>Poojitha Gowrishankar</cp:lastModifiedBy>
  <cp:revision>2</cp:revision>
  <dcterms:created xsi:type="dcterms:W3CDTF">2026-05-23T07:25:46Z</dcterms:created>
  <dcterms:modified xsi:type="dcterms:W3CDTF">2026-05-23T08:05:48Z</dcterms:modified>
</cp:coreProperties>
</file>